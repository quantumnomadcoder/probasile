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diaporama accompagne le kit de démo. Les captures Linux sont réelles ; pour Windows et macOS, les fenêtres sont schématisées (pas de capture réelle dans le kit).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« Download ZIP », le dossier s'appelle probasile-main ; avec une version des Releases, il porte le nom de la version : adaptez la commande cd. Vos dossiers de travail (dossiers de base) sont ailleurs : ils ne sont jamais touchés par une réinstallation.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faut une connexion Internet pendant l'installation (Python et modules). Si l'installation automatique de Python échoue, installez Python depuis python.org (version 3.12 conseillée), puis relancez installer_windows.bat.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réinstallation ne touche ni les réglages ni les dossiers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méthode du terminal est la même que sous Linux : c'est le même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cas le plus fréquent en permanence ou en atelier : ne perdez pas de temps avec le double-clic, passez directement au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modules sont installés dans un dossier .venv à l'intérieur du dossier du programme : rien n'est installé ailleurs, le Python du système n'est pas modifié. Les raccourcis sont créés dans le menu des applications (catégorie Bureautique) et sur le bureau.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tkinter, le programme fonctionne seulement en ligne de commande : il faut l'interface graphique pour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Sous Windows, l'équivalent de secours est lancer_windows.bat.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test vérifie en une minute l'installation complète : interface, lecture de Word, conversion des pièces et assemblage du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Problème non résolu ? Ouvrez une « issue » sur GitHub avec votre système, le message affiché et, si possible, journal_erreurs.txt.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ône de Probas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Installer Probasile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 : une seule fois, en quelques minutes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Linux, la méthode sûre est le terminal : sh installer_mac_linux.sh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de commencer (tous les systèmes)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3502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GitHub du projet, « Releases » (dernière version), ou bouton vert « Code » puis « Download ZIP ».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3230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Décompresser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zip (clic droit, « Extraire tout » ou « Extraire ici »). Ne rien lancer depuis l’intérieur du zip.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2958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le dossier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il restera (par exemple Documents). Si vous le déplacez plus tard, relancez l’installation pour refaire les raccourcis.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2686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traitement de texte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ou LibreOffice (gratuit, fr.libreoffice.org).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0" y="13258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435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1874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 sur installer_windows.bat. Python est installé s’il manque.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9260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de python.org, puis double-clic sur « Installer Probasile (Mac).command ».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45262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636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074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ouvert dans le dossier, puis : sh installer_mac_linux.sh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: double-clic sur installer_windows.bat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35024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Double-cliquer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installer_windows.bat dans le dossier décompressé.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95144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Windows affiche « Windows a protégé votre ordinateur » :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Informations complémentaires », puis « Exécuter quand même ».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55264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: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cherche Python 3.9 ou plus récent ; s’il manque, il l’installe pour votre compte (winget, sinon python.org), sans droits d’administrateur.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15384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et raccourcis :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installés automatiquement ; Probasile apparaît dans le menu Démarrer et sur le bureau.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5212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75504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fin,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propose de lancer Probasile.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23760" y="137160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0C2A4A"/>
          </a:solidFill>
          <a:ln w="12700">
            <a:solidFill>
              <a:srgbClr val="0C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46304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– Installation de Probasile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920240"/>
            <a:ext cx="41422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Installation de Probasile 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1/3  Recherche de Python…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Python n'est pas installé (ou trop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ancien) : installation automatique…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2/3  Installation des modules nécessaires…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Modules installés.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3/3  Raccourcis (menu Démarrer et bureau)…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Terminé. Probasile est dans le menu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Démarrer et sur le bureau.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Lancer Probasile maintenant ? [O/n]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5120640"/>
            <a:ext cx="4507992" cy="1005840"/>
          </a:xfrm>
          <a:prstGeom prst="roundRect">
            <a:avLst>
              <a:gd name="adj" fmla="val 7273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5212080"/>
            <a:ext cx="4142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réel du script, fenêtre reconstituée : pas de capture Windows réelle dans ce kit.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: lancer, épingler, désinstaller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Démarrer ou icône du bureau. En secours : double-clic sur lancer_windows.bat.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0488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Épingler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1031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Probasile dans le menu Démarrer, puis « Épingler à la barre des tâches ».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desinstaller_windows.bat retire les raccourcis ; supprimer ensuite le dossier du programme.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3749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cas de souci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44805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des modules : vérifier la connexion Internet, relancer. Python non installé : l’installer depuis python.org (cocher « Add Python to PATH »), relancer.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35024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Python 3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python.org (il contient l’interface graphique tkinter).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32304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Double-cliquer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« Installer Probasile (Mac).command ».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29584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macOS refuse (développeur non identifié) :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le fichier, « Ouvrir », puis « Ouvrir ». Sur les versions récentes : Réglages Système, « Confidentialité et sécurité », « Ouvrir quand même ».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26864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Probasile dans le dossier Applications de votre compte ; le glisser dans le Dock.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3716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le double-clic ne marche pas : le terminal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1920240"/>
            <a:ext cx="4507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l’app Terminal, taper « cd » suivi d’un espace, glisser le dossier de Probasile dans la fenêtre, appuyer sur Entrée, puis 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3108960"/>
            <a:ext cx="4507992" cy="1005840"/>
          </a:xfrm>
          <a:prstGeom prst="roundRect">
            <a:avLst>
              <a:gd name="adj" fmla="val 5455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3182112"/>
            <a:ext cx="4142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~/Downloads/probasile-main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installer_mac_linux.sh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4389120"/>
            <a:ext cx="4507992" cy="1691640"/>
          </a:xfrm>
          <a:prstGeom prst="roundRect">
            <a:avLst>
              <a:gd name="adj" fmla="val 4324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4480560"/>
            <a:ext cx="4142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S’il manque tkinter avec Homebrew : brew install python-tk. Aucune capture macOS réelle dans ce kit.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: pourquoi le double-clic échoue souvent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Droit d’exécution perdu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zip téléchargé depuis GitHub, décompressé par le navigateur ou le gestionnaire d’archives, perd souvent le droit d’exécuter les scripts.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9392" y="1371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3712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ouvert comme texte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53712" y="2423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gestionnaires de fichiers ouvrent un .sh dans l’éditeur de texte au lieu de l’exécuter, ou l’interdisent par défaut.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1584" y="1371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75904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fenêtre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75904" y="2423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 sans terminal, le script ne peut pas poser ses questions (installer python3-tk, etc.).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11274552" cy="1508760"/>
          </a:xfrm>
          <a:prstGeom prst="roundRect">
            <a:avLst>
              <a:gd name="adj" fmla="val 6061"/>
            </a:avLst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091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qui marche partout : </a:t>
            </a:r>
            <a:pPr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terminal dans le dossier du programme et taper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installer_mac_linux.sh</a:t>
            </a:r>
            <a:pPr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Avec « sh », le droit d’exécution n’est pas nécessaire.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: la méthode classique, dans le terminal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89304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dossier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décompressé dans le gestionnaire de fichiers.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32304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dans le dossier,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Ouvrir dans un terminal » (ou « Ouvrir un terminal ici »). Sinon, ouvrir un terminal et taper la commande cd ci-dessous.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75304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installer_mac_linux.sh puis Entrée.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718304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</a:t>
            </a:r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questions éventuelles (O pour oui) ; le mot de passe est demandé seulement pour installer ce qui manque.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0" y="1325880"/>
            <a:ext cx="6062472" cy="914400"/>
          </a:xfrm>
          <a:prstGeom prst="roundRect">
            <a:avLst>
              <a:gd name="adj" fmla="val 6000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1399032"/>
            <a:ext cx="5696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~/Téléchargements/probasile-main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installer_mac_linux.sh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2423160"/>
            <a:ext cx="6062472" cy="2743200"/>
          </a:xfrm>
          <a:prstGeom prst="roundRect">
            <a:avLst>
              <a:gd name="adj" fmla="val 2667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18" name="Image 0" descr="Installation dans le 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894627"/>
            <a:ext cx="5879592" cy="180026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0" y="5303520"/>
            <a:ext cx="6062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réelle (Linux, utilisateur fictif « demo »). Le dossier peut s’appeler Downloads selon la langue du système.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: s’il manque des éléments de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4" name="Image 0" descr="Message quand tkinter man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8937"/>
            <a:ext cx="6583680" cy="28200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074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réelle : ici on a répondu « n » pour montrer l’avertissement. Répondez O : le script installe ce qui manque (Debian, Ubuntu, Kali).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28016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Sinon, installer à la main puis relancer :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87452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Debian, Ubuntu, Kali, Mint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224028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313432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python3-venv python3-tk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97180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89520" y="333756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410712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dnf install python3-tkinter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06908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Arch, Manjaro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89520" y="443484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4507992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pacman -S tk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525780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1E2026"/>
          </a:solidFill>
          <a:ln w="12700">
            <a:solidFill>
              <a:srgbClr val="1E20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0" y="5330952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installer_mac_linux.sh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493776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Probasile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3502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menu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applications (Bureautique) ou l’icône du bureau.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2374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raccourci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terminal ouvert dans le dossier, sh lancer_mac_linux.command.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1246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rien ne s’ouvre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menu : les erreurs sont écrites dans journal_erreurs.txt (dossier du programme) ; joignez-le à votre signalement.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1280160"/>
            <a:ext cx="5879592" cy="1920240"/>
          </a:xfrm>
          <a:prstGeom prst="roundRect">
            <a:avLst>
              <a:gd name="adj" fmla="val 3810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13" name="Image 0" descr="Lancer depuis le 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32047"/>
            <a:ext cx="5696712" cy="81646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383280"/>
            <a:ext cx="5879592" cy="2743200"/>
          </a:xfrm>
          <a:prstGeom prst="roundRect">
            <a:avLst>
              <a:gd name="adj" fmla="val 2667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15" name="Image 1" descr="Fenêtre de Probas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467" y="3474720"/>
            <a:ext cx="2940979" cy="2560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l’installation avec le kit de démo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3502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Probasile,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Choisir… » le dossier kit_de_demo/dossier_demo comme dossier de base.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3230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Indonésie (IDN).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2958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Rédaction, cadre 3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Choisir le texte… », Redaction/Texte_demo.docx, puis « Générer ».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438912" cy="438912"/>
          </a:xfrm>
          <a:prstGeom prst="ellipse">
            <a:avLst/>
          </a:prstGeom>
          <a:solidFill>
            <a:srgbClr val="1C2440"/>
          </a:solidFill>
          <a:ln w="12700">
            <a:solidFill>
              <a:srgbClr val="1C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2686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 : </a:t>
            </a:r>
            <a:pPr indent="0" marL="0">
              <a:buNone/>
            </a:pPr>
            <a:r>
              <a:rPr lang="en-US" sz="16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17 note(s) créée(s), 4 annexe(s) » et « Aucun problème relevé », comme dans resultats_attendus/.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5148072" cy="2011680"/>
          </a:xfrm>
          <a:prstGeom prst="roundRect">
            <a:avLst>
              <a:gd name="adj" fmla="val 3636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16" name="Image 0" descr="Résultat atten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7048"/>
            <a:ext cx="4965192" cy="146078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583680" y="3657600"/>
            <a:ext cx="5148072" cy="2377440"/>
          </a:xfrm>
          <a:prstGeom prst="roundRect">
            <a:avLst>
              <a:gd name="adj" fmla="val 3077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3749040"/>
            <a:ext cx="4782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annexe manque ou « conversion impossible » ? Il faut Word ou LibreOffice pour convertir le témoignage .docx en PDF. Sous Linux : installer LibreOffice.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à jour, désinstaller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à jour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la nouvelle version, remplacer le dossier du programme, relancer l’installation. Le bulletin annonce chaque nouvelle version.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0488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4808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données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1031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réglages et les dossiers de base sont ailleurs : une mise à jour ne les touche pas.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Désinstaller (Windows)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desinstaller_windows.bat, puis supprimer le dossier du programme.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374904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Désinstaller (macOS, Linux)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44805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installer_mac_linux.sh --retirer, puis supprimer le dossier du programme.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Probasile 1.1.1 – Windows, macOS, Linux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Installer Probasile</dc:title>
  <dc:subject>PptxGenJS Presentation</dc:subject>
  <dc:creator>Probasile</dc:creator>
  <cp:lastModifiedBy>Probasile</cp:lastModifiedBy>
  <cp:revision>1</cp:revision>
  <dcterms:created xsi:type="dcterms:W3CDTF">2026-10-01T11:01:06Z</dcterms:created>
  <dcterms:modified xsi:type="dcterms:W3CDTF">2026-10-01T11:01:06Z</dcterms:modified>
</cp:coreProperties>
</file>